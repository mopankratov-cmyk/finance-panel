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показать переход от узкого завода вертикального видео к ГЛОБАЛЬНОЙ мульти-платформенной системе производства и дистрибуции контента. Ядро не переписываем — обрамляем слоями источников, дистрибуции и аналитики и замыкаем петлю обучения. Приоритет каналов — по мировому охвату; регионы (включая РФ) — как локали.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Сквозной нарратив: диагноз → глобальный рыночный контекст → целевая архитектура → приоритеты → инженерный RFC.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Открываем разделом-якорем: то, что построено, — не черновик, а боевое ядро. Машина генерации и ОТК реально работают в проде на маркетплейс-карточках. Стратегическая возможность — превратить его в глобальную мульти-платформенную SaaS, целящуюся в международный рынок, обрамив тремя слоями (источники → дистрибуция → аналитика). Ключевой посыл аудитории: ядро переиспользуем, не реконструируем. Это снижает оценку стоимости и риска всего перехода.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инвентаризация боевых слоёв. graphRun — оркестратор состояний с self-chaining и lease на 90с, то есть устойчив к падениям воркера. nodeEngine не знает про конкретные инструменты — диспетчер по ToolSchema. Движки генерации (fal i2v, Creatify UGC), сборка (Shotstack), озвучка (ElevenLabs) подключены. sourcePrep на Nano Banana чистит инфографику маркетплейса — узкое место качества источника. rubric — обучаемый ОТК с весами по режиму и нише. Подчеркнуть: каждый слой уже модулен и заменяем.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строка таблицы — post_metrics: схема есть, данных нет. Это физическое место разрыва контура обучения. Все остальные таблицы наполняются и работают: журнал cf_signals пишется, история генераций копится, эталоны и хуки используются rubric. Но rubric учится на синтетике, потому что реального сигнала «опубликовали → измерили» в post_metrics нет. Зафиксировать у аудитории: пустота именно здесь обесценивает обучаемость всего остального.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Диаграмма показывает текущий end-to-end: от автозаполнения входов до банкинга готового ассета. Все семь шагов работают и замкнуты внутри завода. Критично показать нижнюю часть: после bank нет ветки публикации и сбора метрик. Ролик ложится на склад и контур обрывается. Именно этот обрыв мы закрываем в P0 (publish → pull_metrics → post_metrics). Доложить как мост к следующему слайду про универсальность абстракций.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— аргумент, почему дельта до платформы мала. Абстракции EngineNode/Graph/Asset/Source/Template/Signal/ToolSchema/Rubric спроектированы платформо-агностично — они не знают, что выход именно 9:16-видео для карточки. Ключевой рычаг: UI уже авто-рендерит инспектор из ToolSchema, тот же декларативный механизм распространим на коннекторы соцсетей. cf_signals обобщается в event-шину. Вывод для аудитории: добавление формата/площадки — декларация схемы, а не реконструкция кода.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раздела — диагноз. Слева: ядро готово и обучается на собственных генерациях. Справа: контур разорван в четырёх местах. Главный — пустой post_metrics: реальной обратной связи от публикаций нет, поэтому обучаемость пока декларация, а не факт. Дальше — отсутствие коннекторов/OAuth/планировщика (нечем публиковать), отсутствие ингеста из официальных API (источник один) и single-tenant без i18n. Подвести к следующему разделу: дельта до глобальной платформы — обрамление в четыре хода, и на мульти-тенант/locale нужно закладываться схемой сейчас, потому что ретрофит стоит нелинейно.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 раздела: фиксируем, что машина генерации и обучающий журнал (cf_signals, generation_history, rubric) — это зрелое ядро, а не прототип. Стратегическая возможность — горизонтальная глобальная платформа, целящаяся в международный рынок. Ключевая мысль: трансформация — это обрамление, а не реконструкция. Подчеркни, что мульти-регион и i18n закладываются как сквозное измерение с первого дня, а РФ-площадки (Telegram, VK, Dzen) идут как locale pack, не как приоритет №1.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Центральный слайд раздела. Подчеркни: не хватает ровно четырёх ходов, всё остальное — производное. Абстракции EngineNode/Graph/Asset/Source/Template/Signal/ToolSchema/Rubric уже платформо-агностичны по дизайну; UI авто-рендерит инспектор из ToolSchema — тот же механизм распространяем на коннекторы. i18n и мульти-тенант — это инварианты, закладываемые на схеме сейчас: ретрофит позже стоит нелинейно. Гео-доступность — это измерение per-region, а не глобальный блокер канала.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 раздела: формулируем эффект перехода от фабрики видео для своих карточек к горизонтальной глобальной SaaS-платформе с замкнутой петлёй опубликовал → измерил → научился. Три источника ценности: (а) мультипликация отдачи через международную дистрибуцию, (б) своя обучающаяся аудиторная база с разрезами по платформам и регионам, (в) мульти-тенантная монетизация для глобальной клиентской базы. Напомни, что без замкнутой петли pull-метрик весь эффект остаётся декларацией — масштабировать слепую генерацию на десятки платформ и локалей значит умножать ошибку.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вводный слайд части А. Подчёркиваем смену угла: продукт целится в международный рынок, поэтому платформы отсортированы по совокупному мировому охвату, а каждая получает атрибут «регион/язык/комплаенс-режим». Прежняя колонка «доступность в РФ» заменена на «гео-охват / ключевые рынки». Сквозной архитектурный вывод: абстрагируем публикацию за единый адаптерный слой с per-platform квотами и фолбэками. Дальше идут таблицы по западным лентам, мессенджерам и видео.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Meta-связка (Facebook+Instagram+Threads) — крупнейший единый охват в мире и эталон Reels/каруселей: первоочередной приоритет, но привязка к App Review и Business Verification — главный риск зависимости от одного вендора. LinkedIn и X закрывают B2B/медиа-дискурс и thought-leadership; их API-экономика (партнёрский гейт у LinkedIn недели-месяцы, pay-per-use у X) делает их дорогими — оправданы для high-value-контента, не для массового фан-аута. Threads интересен бесплатным API и дешёвым текст-охватом. Snapchat опущен: органической программной публикации нет, только платный Gen-Z-таргет.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Короткое вертикальное видео (YouTube Shorts + TikTok + Reels) — главный глобальный двигатель органического discovery и точное совпадение с форматом завода: один мастер-ролик 9:16 расходится по всем трём с минимальной адаптацией — это ядро дистрибуции. YouTube уникален двойной природой: виральные Shorts плюс вечнозелёный поисковый long-form с общим каналом и графом — лучший долгий хвост и GEO-цитируемость. Vimeo — не канал, а инфраструктурный бэкенд: хостинг и источник public video_url. TikTok доступен per-region (заморожен в РФ, ограничен в Индии) — это измерение комплаенса, не общий блокер.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закрывает видео-раздел теми платформами, что лежат вне конвейера коротких роликов. Twitch и Kick — лайв-стриминг через RTMP, REST-загрузки видео по API нет, поэтому live-формат не вписывается в автопилот завода; ценность нишевая (gaming/Gen Z). Loom — асинхронный скринкаст-инструмент B2B без публичной ленты: внутренний инструмент обучения и инструкций, не маркетинговый канал. Держим их как контекст: показываем, что осознанно не включаем live в первую очередь дистрибуции.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Telegram выделяется среди региональных площадок: его Bot API — фактически готовый движок автопостинга, а Mini Apps дают встроенную витрину. Ядро аудитории в RU/CIS, но платформа растёт в MENA/SEA/LatAm, поэтому она интересна и за пределами домашнего региона. Важно держать рамку: Telegram/VK/OK/Дзен/Rutube — это RU-locale-пак внутри единой стратегии, а не отдельный приоритет; тот же контент-граф локализуется и фан-аутится через региональные адаптеры. Discord — закрытое комьюнити/лояльность, Slack — оркестрация и алерты, а не холодный охват. CN-кластер (WeChat и др.) требует китайской бизнес-верификации — подключаем только при явной экспортной стратегии.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части А сводит выводы по западным лентам, мессенджерам и видео. Главный архитектурный посыл: разнообразие OAuth/app-review гейтов и rate-limits между сетями — основной технический риск, поэтому публикацию абстрагируем за единый адаптерный слой с per-platform квотами и фолбэками на уровне оркестратора. Ядро органического discovery — короткое вертикальное видео; YouTube приоритетен из-за двойной природы и долгого хвоста; B2B-каналы оправданы точечно. Гео и комплаенс — конфигурируемое измерение адаптера, не блокер. Дальше дек переходит к hub-активам (Ghost/WordPress) и GEO-слою.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Ghost — главный кандидат на роль ядра/хаба публикации: полный API без партнёрских гейтов, RSS/webhook из коробки, self-host в любой юрисдикции, контроль над SEO и i18n — это single source of truth, от которого фан-аутим на остальные каналы. Substack и Beehiiv строят owned email-аудиторию (нет органического discovery, аудиторию приводим сами); Beehiiv предпочтительнее для автоматизации из-за полного REST даже на free-тарифе. LinkedIn Articles и Medium ценны как parasite-SEO/GEO-площадки с высоким доменным авторитетом и B2B thought-leadership, а не как программируемый массовый канал. Medium де-факто закрыл API для новых аккаунтов с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WordPress self-hosted — лучший вечнозелёный SEO-актив глобально: свой домен, любой поисковик и локаль, стабильный REST для автопубликации из завода, нет риска бана платформы; окупается медленно, но без потолка по объёму и i18n. Вместе с Ghost это два главных кандидата на управляемый hub-актив, от которого контент расходится по остальным каналам. Webflow/Framer красивы, но дороги и с rate-лимитами — уместны как имиджевый лендинг, не фабрика сотен статей. Shopify Blog релевантен при собственной D2C-витрине; HubSpot и Notion Sites — нишевые B2B/доку-инструменты.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Discourse — сильный self-hosted актив: полный API + MCP + RSS, разворачивается в любой юрисдикции, отличный SEO; кандидат на собственную базу знаний/комьюнити бренда. Reddit ценен не как канал прямых продаж (антиспам + pre-approval с 11.2025), а как источник research/болей в нишах и parasite-SEO с высокой цитируемостью в Google и AI-движках. Discord и Circle — инструменты закрытого комьюнити и лояльности (клуб, курсы, поддержка), не холодный охват. Slack — инфраструктура уведомлений и оркестрации завода, а не маркетинговый канал. Quora в исходнике не разобрана отдельно — по аналогии относится к parasite-SEO/research-слою.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— owned-канал (нет органического discovery, аудиторию приводим через остальные каналы), но самый устойчивый к платформенным рискам: переносимый список, нет алгоритма-посредника — стратегический якорь удержания. Beehiiv и Kit дают программируемый API; Mailchimp — зрелый all-in-one для SMB; Customer.io/HubSpot раскрываются при своём продукте/CRM. Биллинг ESP завязан на западные платёжные стеки — учитываем per-region. По подкастам: RSS-фид — технический хребет, один write → веер по всем каталогам вендор-независимо; Spotify и Apple работают pull-моделью через тот же RSS, отдельной интеграции не требуют. Riverside — слой записи сырья перед дистрибуцией.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Отдельный быстрорастущий слой — каналы, где дистрибуция идёт не через ленту, а через цитирование ИИ (GEO, Generative Engine Optimization), плюс Web3-эксперименты. Прямых продаж они сегодня дают мало, но определяют, попадёт ли бренд в ответы ИИ. ChatGPT/Gemini — высокая стратегическая ценность (растущая); Perplexity Pages и Grokipedia — средние/низкие GEO-каналы только на ручную публикацию через цитаты. Главный вывод: структурированный, цитируемый, авторитетный контент (обзоры, сравнения, Schema, отзывы) на индексируемых hub-площадках приводит покупателей через ИИ-ответы во всех регионах сразу — поэтому hub-активы и UGC-цитируемость стратегически важнее охвата ленты. UGC (Trustpilot/Product Hunt/G2) интегрируем на чтение и инициацию сбора, не на постинг — антифейк не даёт публиковать отзывы через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Региональные кластеры — это i18n + locale-расширения, а не альтернативная стратегия: тот же контент-граф локализуется и публикуется через региональные адаптеры из того же hub-ядра (Ghost/WordPress/RSS). RU-кластер (Telegram/VK/OK/Дзен/Rutube) и CN-кластер (Douyin/RED/WeChat/Kuaishou/Bilibili) включаются по гео-таргету. Telegram выделяется: Bot API — фактически готовый движок автопостинга, Mini Apps дают встроенную витрину; ядро в RU/CIS, но платформа растёт в MENA/SEA/LatAm — интересна и за пределами домашнего региона. CN-кластер требует китайской верификации и контента на китайском — подключаем как отдельный locale-проект. Сквозной вывод: per-region комплаенс — конфигурируемое измерение адаптерного слоя, а не блокер; каждый канал имеет атрибуты регион/язык/комплаенс-режим.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карта всего, что завод умеет выпускать. Level 1 — пять сред по доминирующему каналу восприятия (чтение, слух, зрение, зрение+слух, действие). Level 2 — крупный тип контента внутри среды. Level 3 — конкретный производственный формат: это и есть атомарная единица, которую движок умеет произвести, измерить и переработать. Подход global-first: сами уровни универсальны, региональные площадки (включая Telegram/VK/Дзен) подключаются как locale-пакеты на L3, а не меняют структуру. Ключевой подраздел — деривативы: рёбра графа, связывающие форматы.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Среда определяется доминирующим каналом восприятия и задаёт единицу измерения производства — это важно для биллинга движка и оценки стоимости. Текст меряем знаками, аудио минутами, видео секундами хронометража, изображение кадрами/слайдами, интерактив сессиями. Единая единица на среду позволяет сравнивать стоимость форматов и планировать мощность. Глобально среды одинаковы во всех регионах — отличается только набор платформ-приёмников на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Срез самых коммерчески ценных форматов в текст- и видео-средах под global-first приоритет каналов. В видео ставка на short-video (YouTube Shorts, TikTok, Instagram Reels) как на главный охватный двигатель и на faceless-формат для масштабирования без съёмок. Long-form YouTube — якорь авторитета и SEO. В тексте лонгрид кормит поиск, тред и LinkedIn-пост дают глобальный социальный охват. Это не весь список — полная матрица L3 в приложении; здесь только опорные единицы.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 среза по аудио, изображениям и интерактиву. Подкаст-интервью — тяжёлый pillar-актив и донор деривативов; audiogram режется из него под соцсети. В Image карусель (Instagram/LinkedIn) даёт сохранения, инфографика и Pinterest Pin — поисковый и шеровый трафик глобально. Interactive (квиз, калькулятор, web-story) работает на лидген и удержание на собственном вебе, что снижает зависимость от платформенных API. Это опорные единицы, а не исчерпывающий список.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ядро завода переработки: каждый дорогой pillar-актив производится один раз и атомизируется в десятки дешёвых деривативов — стрелка читается как перерабатывается в, с коэффициентом размножения. Видео-водопад из одного YouTube даёт ~18 единиц, подкаст-веер ~15, статья-куст ~14, вебинар-комбайн ~19. Правила движка: идти от тяжёлого к лёгкому; уважать смену среды (Video→Text теряет невербалику, Text→Video требует видеоряда — источник слопа); менять хук и пропорции под каждый канал, реформат не копипаст, иначе алгоритмы душат дубль. Замыкаем петлю: деривативы с лучшим retention/saves сигналят, какие новые pillar-активы производить. Граф универсален глобально — под регион меняется только набор платформ-приёмников на концах рёбер.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глобальный, не РФ-центричный: эти продукты целятся на YouTube/TikTok/Instagram/LinkedIn/X. Главный сдвиг 2025-2026 — расслоение на API-first лёгких (Buffer, ContentStudio, Metricool) и дорогих закрытых enterprise (Hootsuite, Sprout); деньги уходят к первым. Группа C (Opus Clip, Submagic, Descript) — наш ближайший технический домен по нарезке и экспорту видео. Группы E и F (AirOps, HubSpot) дают паттерны, которых нет у нишевых видео-инструментов: массовый прогон и атрибуция к выручке. Мы извлекаем не каталог конкурентов, а сущностные модели данных и паттерны монетизации, которые ложатся на наш нод-граф.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слайд про доменную модель, а не про вендоров. Главное наблюдение источника: семь и более продуктов независимо сходятся на одних сущностях — значит это форма, к которой эволюционирует зрелая контент-платформа. Buffer разделяет Idea и Post; Typefully моделирует Draft→Posts→Thread как source-of-truth. Persistent Workflow есть у ContentStudio, Repurpose, AirOps, Copy.ai. Brand-grounding как сущность БД (а не текст промпта) — у Jasper и Writer.com, и это ключевая defensibility против голого LLM. Async-run контракт с webhook вместо поллинга — канон API у Copy.ai и Submagic. У нас уже есть node_recipes, content_assets, viral_videos, brand_kits — мапим прямо на эти паттерны.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половина из 10 сводных уроков. Урок 1: один мастер-ассет → именованный рецепт → N деривативов под платформы (YouTube/TikTok/Reels/X) — это и есть наш нод-граф, оформленный как first-class сущность. Урок 2: автопилот должен быть сохранённой сущностью с расписанием, а не скриптом; эталон — AirOps Grid (таблица SKU × граф = массовый прогон). Урок 3: публикуем рецепт как POST /recipe/{id}/run с async-контрактом и обязательным webhook recipeRun.completed — webhooks, не поллинг. Урок 4: завод демонстративно agent-ready (Claude/Cursor/n8n), открыт с младших тарифов; Beehiiv первыми сделали MCP для рассылок — мы можем для видео-нод. Урок 5: brandProfiles.ts поднять до first-class с авто-bootstrap из артикула.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половина уроков. Урок 6: бренд маркетплейса = набор выходных каналов + медиа-библиотека + ad-кабинеты, изолированный по клиенту. Урок 7 — стратегически главный: завод из фабрики контента превращается в фабрику выручки через атрибуцию Asset→Product(SKU)→Marketplace, аналог Link-in-Bio attribution у Later и Asset→Deal у HubSpot. Урок 8: viral_videos растим в inspiration-сущность (как Taplio), а ОТК-критик смотрит на визуал, не только текст (урок Opus Clip ClipAnything). Урок 9: R=4 reuse как явная сущность, элементы клипа храним разъёмно (модель раздельных треков Riverside). Урок 10: source-prep (Nano Banana) важнее движка, preview-parity ПЕРЕД рендером (AuthoredUp), ОТК как явный Review Gate, прозрачный per-node биллинг с estimate ДО запуска (AirOps).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слайд-якорь. Конвергенция 7+ продуктов на одних сущностях — не совпадение, а форма зрелой платформы, и это снижает риск нашей продуктовой ставки. Позитивная часть: четыре вектора, на которых сходятся лидеры — модульный нод-граф, открытость (API/MCP-first), grounding как данные и атрибуция к деньгам. Негативная часть не менее важна для глобального позиционирования: главные риски — зависимость от платформенных API/политик, OAuth и app-review гейты, rate-limits и i18n/комплаенс по регионам, а не доступ из одной страны. Substack показал, что % с успеха гонит масштабирующихся авторов; закрытие API (Hootsuite) оттолкнуло разработчиков к API-first конкурентам; TikTok с 25.09.2025 карает bulk near-identical — вариативность хуков становится конкурентной необходимостью, а не опцией.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задаёт каркас всего раздела. Сегодняшний завод — уже нод-машина с обучающим журналом; до универсальной мульти-платформенной платформы не хватает трёх слоёв: ИСТОЧНИКИ, ДИСТРИБУЦИЯ, АНАЛИТИКА. Ключевые уроки в модель: Idea≠Post≠Render (бриф, мастер и публикация — разные сущности); Source→Recipe→Derivative с lineage как первоклассная трансформация; Workspace как контейнер биллинга и изоляции для multi-tenant; Connection через официальный OAuth против серой автоматизации. Подчеркни докладчику: каналы приоритизируем по глобальному охвату (YouTube/Shorts, TikTok, IG/Reels, Meta, LinkedIn, X), а Telegram/VK — это один из locale-паков, не центр.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тезис слайда: ядро (Recipe/Graph/Node, ContentAsset, lineage, Signal, Knowledge, Brand) уже есть — это сильная сторона завода и низкорисковые правки (авто-мёрж по AI-гейту: добавить поля workspace_id, role, asset_kind, voice, transform_type). Дельта до универсальности — полностью новые таблицы: workspaces (multi-tenant), connections (OAuth in/out), channels, publications, schedules, campaigns, sources. Они несут миграции + auth + секреты, поэтому уходят владельцу на ручное одобрение. KnowledgeItem пропущен в строках из-за лимита: упомяни устно — он переиспользует viral_hooks/niche_*/winners. Угол global-first: connections покрывают YouTube/TikTok/IG/X/Meta как приоритет, маркетплейсы и Telegram — частные провайдеры.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закрывает пункт (3) задачи — lineage. Ключевое сообщение: родословная — не доработка, а уже работающая сильная сторона (generation_history с self-FK parent_id, recipe_id, variant_idx, attempt, input/output_url, otk_*, cost_hint). Трансформации: video→shorts(9:16/1:1/16:9), video→carousel, video→cover, article→thread, thread→article, podcast→posts. Глобальный угол: per-platform + per-locale варианты из одного мастера — это и есть масштабирование на международные каналы и языки без перегенерации. Подчеркни обобщение: финальные деривативы материализуем в content_assets с role и lineage_parent_id, чтобы медиа-библиотека (R=4 reuse) была одним местом.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центральный слайд раздела — два обобщения, которые задача просит подчеркнуть. Source: сегодня источники размазаны по viral_videos, content_assets(disk=norvia/design), WB/Ozon-карточкам, MPStats, Apify — собираем в одну сущность sources (реестр коннекторов) + source_items. monitor-режим — урок Hootsuite Stream / Sprout Listening. Signal/Metric: cf_signals живёт и работает (generated/approved/rejected/published), но post_metrics — пустая схема-задел, петля обучения разорвана. Чиним: меняем FK с recipe_id на publication_id, добавляем orders/revenue/engagement, наполняем pull-джобой на каждый Connection (паттерн balances.ts + cron). Замыкание контура: Metric → KnowledgeItem через source_metric_id, spike-detection «залетел ролик → авто-вариации» + Burn Guard. Глобальный угол: метрики тянем через официальные API платформ — главные риски тут API-политики, OAuth/app-review гейты и rate-limits, а не геодоступность.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раздел 5.1: восемь механизмов подключения как уровни абстракции, различающиеся по стоимости, надёжности, юр-риску и времени до запуска. Ключевой тезис — иерархия выбора: Официальный API + OAuth2 → RSS/File там, где нет write-API → Webhooks/MCP как дополнение → Browser/Email как крайнее средство с флагом риска. File ingestion — главный путь для вертикальных виральных клипов завода (YouTube resumable, TikTok/IG upload, Vimeo tus). Browser automation хрупкий и часто против ToS — его нельзя закладывать в production-автопостинг, только ручной ассист с явным флагом tosRisk. MCP покрытие узкое — нельзя строить на нём единственный путь к платформе.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раздел 5.3 — словарь из шести возможностей, на котором строится единый интерфейс коннектора (5.6). Завод никогда не дёргает метод напрямую: он спрашивает connector.capabilities.includes('publish'), и граф собирается из того, что коннектор умеет. Если нет comment — узел недоступен, UI его не показывает. Важный фолбэк: если платформа не поддерживает Schedule нативно, отложку держим у себя — планировщик завода кладёт задание в очередь и дёргает Write в нужный момент, для вызывающего кода разницы нет. Источники (Riverside/Loom) объявляют только Read — это те же коннекторы наоборот, входящие в завод.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выжимка из глобальной матрицы 5.4 — семь ключевых платформ глобального ядра. Легенда: ✅ поддерживается. Priority выставлен строго по глобальному охвату и коммерческой ценности, региональная доступность тут намеренно не влияет на приоритет. Пять P0 — это видео-ядро (YouTube, TikTok, Instagram, Facebook) плюс LinkedIn для B2B; P1 — X и Pinterest. Все P0 несут полный набор Read/Write/Analyze, большинство — Comment и Schedule. РФ-кластер (Telegram, VK, Dzen) и Китай (RED/Douyin/WeChat) в полной матрице помечены locale — они подключаются как locale packs там, где есть аудитория, и не конкурируют за P0 глобального ядра.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синтез разделов 5.2, 5.5 и 5.6. Главный тезис для слушателя: самый недооценённый риск интеграции — время до production-доступа, потому что почти каждая крупная платформа держит публикацию за ревью-стеной. Это статья роадмапа с лид-таймом, а не технический параметр; Meta- и LinkedIn-ревью надо инициировать в первую очередь из-за длинного хвоста. До прохождения аудита работаем в деградированных режимах (TikTok draft-inbox, YouTube в базовой квоте). Connector SDK обобщает существующий nodeEngine с генерации на дистрибуцию: дистрибуция — это узел графа с capability Write вместо render. Гео-недоступность одного региона не вычёркивает канал и не понижает его глобальный приоритет — она лишь сужает список регионов в плане. Реальные ограничители стратегии — ревью-гейты, политики и квоты API, OAuth и per-region комплаенс.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центральный слайд раздела: целевая архитектура не переписывает ядро, а обрамляет текущую нод-машину тремя недостающими слоями — Ingestion, Distribution, Analytics — и замыкает контур обучения. Ключевой инвариант: слои не зовут друг друга напрямую, только через event bus и Content Store, что даёт реплей и изоляцию тенантов. Слой 4 (Repurposing) — это и есть нынешний завод (graphRun/nodeEngine/falVideo/shotstack/rubric). Платформы перечислены по глобальному приоритету: YouTube/Shorts, TikTok, IG/Reels, X, LinkedIn; РФ-площадки — один из locale-паков, не центр. Главный замыкающий контур — winner-петля: залетевший дериватив возвращается источником.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 таблица показывает: целевая архитектура — это в основном дельта поверх готового, а не стройка с нуля. Зелёным по AI-гейту проходят добавления полей к существующим таблицам (role, transform_type, workspace_id nullable) — авто-мёрж. Красным — миграции workspaces/connections, секреты oauth_tokens и наполнение post_metrics через ключи платформ — ручное одобрение владельцем. Узкое место сейчас — пустой post_metrics: без него петля обучения разорвана. Слой 4 уже зрелый, дельта минимальна. Подчеркнуть докладчику: дистрибуция и аналитика — главные стройки.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Шина — это клей между слоями: каждый слой подписывается на нужные события и реагирует. Три свойства критичны: append-only для реплея и аудита, dedupe_key для exactly-once обработки, workspace_id для изоляции подписок по тенантам. Маппинг на текущий код прямой — published уже пишется в cf_signals, остальные типы добавляются. Самое ценное продуктовое поведение: на событии metric_received детектируем spike (ролик набирает просмотры) и автоматически запускаем генерацию вариаций победителя, сверяясь с Burn Guard по бюджету. Это и есть автопилот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разные памяти. Content Graph — родословная ассетов, она уже работает через parent_id: каждый дериватив знает родителя, атрибуция и reuse из коробки. Knowledge Graph — обучаемое знание о том, что работает: хуки, форматы, ниши, винеры, и теперь аудитория (пивот набора). Ключевой урок из Writer KG: связи между узлами точнее эмбеддингов, поэтому моделируем рёбра (grounds, has-format, learned-from, resonates), а не плоские таблицы. Самое важное ребро — Metric→Winner→Hook/Format через source_metric_id: оно отвечает на вопрос какой бренд/ниша/хук реально продал. Это и есть защитный ров против простого LLM-генератора.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тезис: graphRun уже универсальный исполнитель, нужно лишь обобщить его на ingest и distribute пайплайны — та же машина состояний, тот же контракт RunPlan.step. Self-chaining работает поверх cron (CRON_SECRET). Lease 90s изначально анти-двойной-запуск для генерации, но для публикации он критичен — нельзя дважды запостить. Добавляем dedupe_key, и вместе с lease получаем exactly-once семантику на местах, где двойное выполнение стоит денег или репутации: постинг и списание баланса сервисов. Дельта по продукту: приоритетная очередь для Schedule-слотов, retry с backoff против rate-limit, и публичный контракт POST /recipe/{id}/run — это превращает завод в Workflow-as-API.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Агенты — не отдельный рантайм, а роли-ноды внутри nodeEngine плюс «Проводник». Сильная сторона: Critic (ОТК-rubric) и lineage уже работают; главная дельта в Scout (multi-source ingest) и Publisher (дистрибуция через OAuth). Про мульти-регион — вместо бывшей «РФ-устойчивости» формулируем как измерение системы: locale — поле workspace, снимает hardcode; Copywriter генерит тексты per-platform и per-locale (i18n); Publisher держит per-region channels с приоритетом официальным API, headless-браузер — фолбэк где API нет. Геодоступность и комплаенс — это per-region измерение Connection (egress-прокси, rate_limit_state, retry-backoff против банов), а не блокер всей стратегии. Главные риски — зависимость от платформенных API/политик, OAuth/app-review гейты, rate-limits и комплаенс по регионам.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фундамент всей приоритизации. Ключевой тезис для аудитории: веса гео-нейтральны — ни одна ось не получает 30-55% за один рынок. Вверху оказываются каналы с наибольшим планетарным охватом и коммерческим потенциалом. Подчеркнуть: гео-доступность вынесена из осей в региональный множитель — YouTube остаётся глобальным P0, даже если ограничен в конкретной локали. Это и отличает модель от регион-центричной. Региональные кластеры RU и CN живут как locale packs, а не диктуют общий P0.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шесть глобальных P0 — четыре охватных канала (YouTube, IG, Pinterest, TikTok) плюс два инфраструктурных хребта: RSS Podcasts как аудио-хребет и Ghost как single source of truth. Важно проговорить про P1: LinkedIn 3.82, WordPress 4.03, X 3.43, GEO 3.73, Reddit 3.43, Substack 3.71 тонут только на оси Интеграция из-за партнёрских/платных гейтов, но не на охвате — поэтому P1, а не P3. RU и CN кластеры в общем ранжировании не участвуют: их охват привязан к одной локали, внутри своего pack они P0.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Критический акцент на P0: без обратных метрик с собственных публикаций (YouTube Data API, IG/TikTok Insights, Pinterest Analytics) ОТК-петля слепая — это дыра номер один, независимо от региона. Уже в коде: Virlo-корпус, Apify TikTok, инфографика. P1 даёт корпус трендов плюс контроль присутствия в AI-ответах. Подчеркнуть архитектурный вывод: приоритеты ingest и publish НЕ совпадают — Reddit золотой для research, RSS бесполезен для ingest. Это оправдывает раздельные интерфейсы Source и Publisher.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несёт не только каналы, но и горизонтальный инфраслой: планировщик (очередь render-publish), OAuth/мульти-аккаунт/multi-tenant, i18n/locale packs, per-region compliance-гейт — без этого ничего не масштабируется. P1 даёт диверсификацию: B2B через LinkedIn после Partner-апрува, вечнозелёный SEO через WordPress, owned-audience. RU/CN packs включаются как модули, когда продукт обслуживает эти рынки, а не как общий приоритет. Принцип разнесения тиров — главное архитектурное обоснование раздельных интерфейсов.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читать как последовательность закрытия слоёв: дистрибуция, аналитика, охват/SEO, GEO/регионы — без размазывания усилий. Сквозной принцип: глобальный охват и коммерция ведут приоритет, формат 9:16 под верхние каналы уже готов. i18n и multi-tenant закладываются с Q1 — это global-first продукт, а не РФ-инструмент с экспортом потом. Финальный акцент на рисках: зависимость от API/политик платформ, OAuth/app-review гейты (Meta, TikTok, LinkedIn), rate-limits (YouTube 10k/день, Pinterest, X), per-region compliance. Под каждый риск — запасной канал и общий Publisher/RegionAvailability интерфейс.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финальный раздел дека — переход от анализа к рекомендациям. Главный тезис: сегодняшний завод уже является нод-машиной с обучающим журналом, ломать ядро не нужно. Достаточно четырёх ходов: добавить три слоя (источники, дистрибуция, аналитика) и замкнуть петлю обучения. Подчеркни глобальный угол: продукт целится в мир, а не в РФ; РФ-площадки — это один из locale-pack'ов, подключаемый позже. Геодоступность переформулирована из блокера в измерение per-region.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принципов — каркас всей платформы. Принцип 1 снимает любой hardcode под источник, включая маркетплейс-инфографику. Принцип 2 — ключевой: добавление площадки = декларация схемы, геодоступность это поле region_availability, а не ветвление кода. Принцип 3 делает event-шину единственным способом межслойного общения. Принцип 4 — самый болезненный пробел: post_metrics пуст, петля разорвана, rubric учится только на синтетике ОТК. Принцип 5 критичен по времени: ретрофит мульти-тенанта и i18n в single-tenant журнал — самая дорогая миграция, поэтому закладываем на уровне схем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Минимальный набор, обобщающий существующее. Ключевой ход: ContentAsset уже почти универсален — добавить role и layers, не плодить таблицы под видео/карусель/текст. Recipe/Node/Template/Signal/Rubric/BrandProfile остаются как есть. По PK: переиспользуемые таблицы остаются на bigint identity, новые мульти-тенантные — на uuid, FK от uuid к старым объявляем явно как bigint. Campaign (P1) опциональна для MVP. Metric и KnowledgeItem (P1) — это то, что замыкает петлю обучения на реальном сигнале.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подчинён закону глобальный охват × коммерческая ценность канала; геодоступность — measurement per-region. Каждый коннектор несёт region_availability, поэтому одна архитектура обслуживает любой регион — меняется только включённый набор каналов на workspace. Волна 1 закрывает глобальное ядро ingest+publish с максимальным охватом. RU-площадки сознательно отнесены в волну 3 как отдельный locale-pack: архитектурно они «бесплатны» из-за capability-механики (принцип 8.1.2), но это не приоритет. Главное правило: недоступность канала в регионе X не останавливает publish в регионе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мастер-ассет → N деривативов под капабилити каналов × локали — не плодить пайплайны на формат и язык. Субтитры/перевод/региональные хуки — отдельный i18n-шаг в Editor-агенте. Ключевые новые агенты: Optimizer (замыкает контур обучения, агрегирует Metric → KnowledgeItem → правит веса rubric) и Localizer (делает мастер мульти-язычным). ОТК-критик переиспользуется как есть, расширяется locale-измерением. По MCP: где есть готовый коннектор в mcp-registry — не писать адаптер руками; собственные nodeEngine-движки обернуть в MCP-схему (UI уже рендерится из ToolSchema).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Горизонтальные SMM-планировщики планируют готовый контент — мы его производим и публикуем глобально, это вертикальная интеграция «фабрика + дистрибуция» в одном контуре. ОТК-гейт по 5 осям с весами mode×niche×locale — никто из планировщиков не отсеивает слабый контент до публикации. Главный долгосрочный moat — обучающий журнал: чем дольше и шире работает, тем лучше генерит, накапливая кросс-платформенный и кросс-региональный сигнал, недоступный точечным инструментам. Эту комбинацию планировщик не воспроизведёт без своей нод-машины и журнала.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хода на неделю разблокируют контур и ничего не ломают: шина-фундамент, первый реальный исходящий канал (app-review стартует параллельно, не блокирует), первая реальная метрика. Квартальные 9 ходов собирают платформу. Критерий успеха квартала озвучь устно: один мастер-ассет автоматически уходит минимум в 2 глобальных канала (YouTube Shorts + Instagram Reels) по расписанию в нужном часовом поясе, реальные метрики возвращаются в post_metrics per-channel, Optimizer хоть раз поднял вес выигравшего паттерна в rubric на живом сигнале, и тот же мастер вышел минимум на 2 языках. Это значит — контур замкнут и мульти-регионален.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целевой граф универсального Контент Завода, global-first. Слева направо: воркспейс владеет всем, источники и OAuth-аккаунты кормят медиатеку, ассеты порождают деривативы через родословную, публикации уходят в каналы по расписанию, метрики замыкают петлю обучения в knowledge_items. Подчеркни: workspace.locale снимает hardcode 'ru' — РФ-площадки (Telegram/VK/Dzen) это один из locale pack, а не центр. Самоссылки (recipe-форки, lineage, winner-реюз) — это деревья. Главное сообщение: добавляем три новых слоя, ядро трогаем минимально.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workspaces — детерминированный системный воркспейс id=1 для бэкфилла легаси. provider в platform_accounts покрывает глобальные каналы (tiktok/instagram/youtube/x) и региональные (telegram/vk/dzen/wb/ozon) единым списком. sources обобщает viral_videos, Я.Диск-съёмки, WB/MPStats, RSS, подкасты, Reddit-комьюнити. UNIQUE-ключи дают идемпотентность: повторный OAuth-коннект или повторный синк источника не плодит дубли. connectors_state хранит 'где остановились' + next_run_at для cron-исполнителя. Все секреты + миграции → ручное одобрение по AI-гейту.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Ноль разрушающих изменений: все колонки nullable, kind остаётся, бэкфилл проставляет workspace_id=1, media_type из kind, role по disk (disk='gen'→master_render). transform_type включает 'locale' — i18n как трансформация ассета, ключевой для global-first. Зачем две сущности: generation_history намеренно без дедупа (журнал обучения), asset_lineage с UNIQUE(parent,child) для идемпотентного DAG. cost_breakdown в ребре разделяет reasoning vs render. RLS включать строго после бэкфилла workspace_id, иначе легаси-строки выпадут.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publications — реальная сущность с status (draft→scheduled→publishing→published→failed), retry_state с backoff, external_post_id как ключ pull-метрик. UNIQUE(account_id, external_post_id) — повторный коллбэк/ретрай не дублирует. FK on delete restrict: нельзя удалить ассет/аккаунт с живыми публикациями. distribution_targets — per-platform превью-парити (урок AuthoredUp), is_billable = единица биллинга. publish_schedule с trigger_type manual|cron|event: event-триггеры вроде 'новый артикул'/'упали SEO'/'новая съёмка'. cf_signals остаётся журналом события 'published', не сущностью.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заменяет пустой задел post_metrics: перепривязка с recipe_id на publication_id, время-ряд через captured_at, UNIQUE(publication_id, captured_at) — повторный pull перезаписывает снапшот через on conflict do update, а не дублирует. orders/revenue замыкают контур на выручку (spike-detection → авто-вариации + Burn Guard). knowledge_items унифицирует разрозненные виральные хуки/профили/плейбуки, origin_table/origin_id дают идемпотентный бэкфилл. RLS-хелпер current_workspace_id() читает JWT app_metadata; oauth_*-колонки доступны только service-role. Весь пакет = миграции+auth+секреты → владельцу на ручное одобрение.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финальный операционный слайд. Подчеркни последовательность из-за FK-зависимостей: воркспейс первым, метрики до knowledge_items (FK source_metric_id). Критический инвариант: RLS включаем только после бэкфилла workspace_id на ALTER-таблицах (content_assets, generation_history, brand_kits, post_metrics), иначе текущий UI ослепнет на легаси-строках с null. Все DDL idempotent — миграция применяется повторно без ошибок, как принято в проекте. По правилам репозитория пакет содержит миграции, авторизацию и секреты → эскалация владельцу. Файлы-якоря маппинга — в supabase/migrations/2026*.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техническое ядро дистрибуции. Подчеркнуть: приоритет по глобальному охвату, а не по стране. Главный практический урок таблицы — гейты неоднородны: YouTube/RSS заводятся быстро, а Meta/TikTok/LinkedIn требуют app-review и верификации с неделями ожидания, поэтому заявки подаём заранее, параллельно с разработкой коннектора. X упирается не в технику, а в платный тариф (≥Basic $200/мес). Все числа помечены «оценка» и сверяются с developer-доками при имплементации. LinkedIn и RSS вынесены отдельно для читаемости.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каналы, не попавшие в видео-ядро первого слайда. RSS критичен как фундамент: без OAuth и ревью, один write-XML кормит Apple/Spotify и pull-каталоги. RU-площадки сознательно понижены до P2-locale-пака, подключаемого тем же SDK по флагу региона. Справа — MCP-архитектура: ключевая идея в том, что весь зоопарк платформ прячется за единым Distribution MCP, который автопилоту показывает только capabilities и доступность по региону. Notion/Slack/Discord/GitHub — внутренние хабы, не публикация.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инженерное сердце раздела. Один интерфейс Connector с измерениями availability[region] и compliance[region] — гео и комплаенс это измерение, а не блокер всей стратегии: недоступный в регионе канал гасится флагом роутинга, но остаётся в продукте. Подчеркнуть идемпотентность (хеш-ключ дедуплицирует публикации при перезапусках) и раздельные токен-бакеты — нельзя смешивать rps с дневными quota-units и месячными платными постами X. Compliance-прогон блокирует невалидный по региону пост ДО постановки в очередь и эскалирует. i18n (locale, длина, вертикаль, хэштеги) — часть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Логика очереди: сначала то, что разблокирует канал без гейта и даёт максимум глобального охвата (RSS, YouTube), затем виральный TikTok под который завод заточен. Ключевой тактический ход — для каналов с долгим ревью (Meta App Review + Business Verification, LinkedIn Partner Program) заявку подаём в самом начале и пишем коннектор параллельно, пока идёт ревью. X откладываем не по технике, а пока не оправдан платный тариф. RU-локаль — отдельный P2-пак под флагом региона, не в глобальном ядре. P3 — доп. хабы после стабилизации P0/P1, без изменений ядра.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сознательно не добавляет генеративных движков — берём готовый пайплайн autofill→submit→gen-poll→assemble→render→otk→bank и достраиваем вход (1-2 источника), выход (полу-авто постинг) и обратную связь (метрики + замыкание learning). P0-истории — это критический путь контура. Деградация при региональных ограничениях (например Virlo/fal из РФ-локалки) обрабатывается явным ретраем через прокси/Vercel, а не молчаливым провалом — это частный случай общего per-region измерения. Подчеркни: глобально контур одинаков, меняется только locale pack каналов и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истории, без которых контур не замыкается. A1 даёт референс-корпус, B1/B2 производят и фильтруют, C1 выпускает, D1 измеряет, E1 замыкает петлю обучения на собственных победах, а не только чужих. ОТК детерминирован и зависит от mode×niche, всё логируется в generation_history с lineage. Идемпотентность публикации (guard по asset_id+channel) критична — повторный клик не должен плодить посты. Для глобального угла важно: первый канал — это просто первый коннектор общего Distribution-интерфейса, выбор Telegram/Reels диктуется простотой API-онбординга, а не приоритетом региона.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превращает MVP-контур в масштабируемую машину. Главный архитектурный сдвиг — общая схема Source: новые платформы добавляются как коннекторы, без переписывания ядра. Планировщик и мульти-канальный fan-out снимают ручной труд КМ. E3/E4 — это уже самообучение: A/B выбирает победителя статзначимо, петля корректирует веса ОТК и промпты с версионированием и откатом при регрессе. Риски V2 глобально — это зависимость от платформенных API/политик, OAuth/app-review гейты и rate-limits, а не доступность из конкретного региона. Также появляется мульти-формат 9:16/1:1/16:9 (B4) и библиотека шаблонов рецептов (B5).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 — это платформа. Автопилот замыкает весь контур без человека, удерживаемый Burn Guard и safety-политиками (бюджет, бренд-safe, частота, чёрные слова). Мультитенант делает систему SaaS-готовой: изоляция данных, per-tenant OAuth-хранилище токенов, и критично для глобального угла — F3 i18n снимает hardcode русского, делая язык интерфейса и генерации параметром тенанта/ниши. Knowledge graph строится из уже существующего lineage. Оптимизатор переходит от просмотров к ROI (views/$ или конверсия), с атрибуцией к продажам где данные доступны (D6). Также: кросс-модальный repurpose видео→пост/карусель/текст (B7) и self-tuning рецепты (E7).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DoD — это чек-лист «готово/не готово», все 10 пунктов обязательны. Сердце — пункт 1: полный путь проходит на реальном артикуле/нише без ручных правок БД. Безопасность не опциональна: токены каналов только в секрет-сторе, прод-инварианты CRON_SECRET/AUTH_SECRET, новые /api/* за app-level auth-гейтом. Наблюдаемость требует, чтобы каждый этап писал в cf_signals и ошибки были видны в UI, а не молчаливо проваливались — деградация при региональных ограничениях обрабатывается явно как частный случай. Новые таблицы (publications) — только миграцией через AI-гейт; существующий WB/Ozon пайплайн и npm run dev без регресса.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ставка — замкнуть петлю обучения: без реального сигнала «залетело» завод масштабирует генерацию вслепую. Мульти-тенант и i18n закладываем на схеме сейчас. Первые коннекторы выбираем по мировому охвату и коммерческой ценности, региональные площадки добавляем как locale-packs.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834640" cy="420624"/>
          </a:xfrm>
          <a:prstGeom prst="roundRect">
            <a:avLst>
              <a:gd name="adj" fmla="val 47826"/>
            </a:avLst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2880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· RFC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10600639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Контент Завод → глобальная мульти-платформенная контент-платформа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42976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+ RFC · international · внутренний рабочий дек · 23.06.2026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5943600"/>
            <a:ext cx="109728" cy="10972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5943600"/>
            <a:ext cx="109728" cy="109728"/>
          </a:xfrm>
          <a:prstGeom prst="ellipse">
            <a:avLst/>
          </a:prstGeom>
          <a:solidFill>
            <a:srgbClr val="241C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5943600"/>
            <a:ext cx="109728" cy="109728"/>
          </a:xfrm>
          <a:prstGeom prst="ellipse">
            <a:avLst/>
          </a:prstGeom>
          <a:solidFill>
            <a:srgbClr val="241C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9616" y="5943600"/>
            <a:ext cx="109728" cy="109728"/>
          </a:xfrm>
          <a:prstGeom prst="ellipse">
            <a:avLst/>
          </a:prstGeom>
          <a:solidFill>
            <a:srgbClr val="241C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5943600"/>
            <a:ext cx="109728" cy="109728"/>
          </a:xfrm>
          <a:prstGeom prst="ellipse">
            <a:avLst/>
          </a:prstGeom>
          <a:solidFill>
            <a:srgbClr val="241C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5943600"/>
            <a:ext cx="109728" cy="109728"/>
          </a:xfrm>
          <a:prstGeom prst="ellipse">
            <a:avLst/>
          </a:prstGeom>
          <a:solidFill>
            <a:srgbClr val="241C3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чём дек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1105783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Где мы сейчас — что построено и где разрыв контура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Рынок, форматы, конкуренты — 92 платформы (global), таксономия, уроки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Архитектура платформы — целевая модель и сущности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Приоритеты и рекомендации — global scoring, roadmap, план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RFC для разработки — ERD, схема, интеграции, user stories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54864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4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383280"/>
            <a:ext cx="101434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101434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Зрелое ядро генерации и разорванный контур обучения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Текущий завод: зрелая нод-машина 9:16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не прототип — это зрелое ядро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4128" y="2944368"/>
            <a:ext cx="10143439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Модульная нод-машина генерации вертикального видео 9:16: graphRun/nodeEngine + работающий обучающий журнал (cf_signals, generation_history, rubric-ОТК). Платформо-агностичные абстракции уже заложены. Стратегия — обрамить ядро, не переписывать его.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Слои lib/factory — что построено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4388031"/>
                <a:gridCol w="666980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Машина состояний RunPlan, self-chaining, lease 90s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Tool-агностичный диспетчер нод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falVideo / creatify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i2v seedance/kling/pika + UGC-актёры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shotstack / elevenlabs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Сборка ролика + TTS-озвучка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sourcePrep / trendSources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 Banana чистит инфографику; Virlo/Apify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/ brandProfiles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 5 осей (веса mode×niche); бренд-профили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таблицы — post_metrics ПУСТ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5010583"/>
                <a:gridCol w="3973911"/>
                <a:gridCol w="207334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Содержание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node_recipes (+run_plan)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Рецепты и план прогона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cf_signals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событий обучения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generation_history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 генераций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content_assets / viral_videos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Ассеты и эталоны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viral_hooks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Хуки для турнира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Метрики публикаций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ПУСТ — задел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Пайплайн: autofill → bank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4983480"/>
          </a:xfrm>
          <a:prstGeom prst="roundRect">
            <a:avLst>
              <a:gd name="adj" fmla="val 1651"/>
            </a:avLst>
          </a:prstGeom>
          <a:solidFill>
            <a:srgbClr val="F4F2F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10600639" cy="4617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autofill → submit → gen-poll → assemble → render → otk → bank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|          |           |          |        |      |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заполнить отправить  опрос      сборка     рендер   ОТК   склад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входы     в движок  статуса    Shotstack            rubric ассета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замкнутый внутри завода — генерация и ОТК работают ]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X --- нет ветки publish → measure --- X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(после bank ролик НЕ публикуется и НЕ измеряется)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универсально по дизайну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Абстракции платформо-агностичны: EngineNode / Graph / Asset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Template / Signal / ToolSchema / Rubric — не привязаны к 9:16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nodeEngine — tool-агностичный диспетчер, а не if-ветвление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авто-рендерит инспектор из ToolSchema (тот же механизм → коннекторы)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cf_signals — обобщаемая событийная шина обучения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graphRun — машина состояний, не знает про конкретный формат вывода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разрыв: петля обучения разорвана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и ОТК замкнуты внутри завода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cf_signals пишется, rubric учится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Универсальные абстракции готовы к обрамлению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нет (разрыв)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post_metrics пуст → петля обучения разорвана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коннекторов соцсетей, OAuth, планировщика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ingestion из официальных API источников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Single-tenant, нет i18n / мульти-регион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маркетплейс-видео — к глобальной контент-платформе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308860"/>
            <a:ext cx="11057839" cy="3108960"/>
          </a:xfrm>
          <a:prstGeom prst="roundRect">
            <a:avLst>
              <a:gd name="adj" fmla="val 264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5831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Зрелое ядро генерации 9:16 → глобальная мульти-платформенная SaaS производства и дистрибуции контента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4064508"/>
            <a:ext cx="1014343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переписываем ядро (graphRun/nodeEngine/rubric-ОТК), а обрамляем тремя слоями: ИСТОЧНИКИ → ДИСТРИБУЦИЯ → АНАЛИТИКА. Мульти-регион/i18n — первоклассное измерение, РФ — один из локалей.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Дельта до платформы — 4 хода + i18n, а не реконструкция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хода (обрамление ядра)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Source-agnostic ингест из официальных API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Capability-driven коннекторы: схема, а не if platform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Event-шина — обобщённый cf_signals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Pull-метрики — наполнить пустой post_metrics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Сквозное измерение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/ мульти-регион — структурно, а не косметически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/ region в сигналах, метриках, хуках, рубрике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Гео-доступность и комплаенс — поле capability-схемы per-region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workspace_id сквозь все таблицы и события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Ожидаемый эффект: один актив → много каналов и локалей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Мультипликация отдачи с каждого источника через международную дистрибуцию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актив → много форматов → много каналов и локалей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обучающаяся аудиторная база вместо разовых касаний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разрезами по платформам и регионам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Мульти-тенантная монетизация платформы как продукта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глобальной базы клиентов; РФ — лишь один из регионов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54864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4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383280"/>
            <a:ext cx="101434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Рынок, форматы, конкуренты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101434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платформы (global) · таксономия · 22 движка-конкурента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Глобальный ландшафт каналов: как читать карту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Ранжируем по мировому охвату и коммерческой ценности — не по доступности в одном регионе.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3264408"/>
            <a:ext cx="1014343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Гео-доступность и комплаенс — это измерение per-region внутри единой стратегии, а не блокер. Главные риски — зависимость от платформенных API/политик, OAuth/app-review гейты, rate-limits и i18n. РФ-площадки = один из locale-паков.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Западные соцсети-ленты: Meta-связка + микроблоги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593079"/>
                <a:gridCol w="2061631"/>
                <a:gridCol w="1967921"/>
                <a:gridCol w="1780500"/>
                <a:gridCol w="1686789"/>
                <a:gridCol w="19679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Публикация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Гео-охват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~3B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Текст/фото/видео/Reels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Graph (Страницы)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токен бессрочн.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US/LatAm/SEA/India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max охват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~2B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Reels/фото/карусель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Graph (Business)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100/24ч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US/EU/LatAm/India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визуал+Reels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 ~300-400M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500+медиа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Limited→full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250/24ч,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Средне-выс.: дёшево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~560-600M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 280/тред/видео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платный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$0.015/пост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US/EU/India/MENA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Средняя: tech/B2B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~300M+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Текст/статья/карусель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Партнёрский гейт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после Partner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US/EU/India 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для 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Видео и шортсы — главный глобальный драйвер охвата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407361"/>
                <a:gridCol w="1909990"/>
                <a:gridCol w="2312094"/>
                <a:gridCol w="1608413"/>
                <a:gridCol w="1809465"/>
                <a:gridCol w="20105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Публикация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Гео-охват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~2.7B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16:9 любой длины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 API 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~100/день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Высшая: поиск+хвост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 Shorts ~2B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9:16 до 3 мин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Тот же Data API 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~100/загр.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India/LatAm/SEA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Оч. высокая: вирал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~1.6-2B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9:16, 15с-10мин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Posting (аудит)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~15-25/сутки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US/SEA/India/LatAm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Высшая: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 Reels ~3B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9:16, 5-90с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(Business)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~100/24ч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US/EU/LatAm/India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охват+e-com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Vimeo ~260M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Гориз. до 8K, эмбед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REST (tus)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(resumable)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 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Бэкенд: хостинг/URL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и асинхронное видео — вне конвейера шортсов</a:t>
            </a:r>
            <a:endParaRPr lang="en-US" sz="2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228649"/>
                <a:gridCol w="2047748"/>
                <a:gridCol w="2047748"/>
                <a:gridCol w="1740586"/>
                <a:gridCol w="1842973"/>
                <a:gridCol w="21501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Публикация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Гео-охват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Twitch ~240M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RTMP + VOD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(нет upload)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(только эфир)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US/EU/LatAm gaming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Низкая-средняя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 ~60-70M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RTMP + VOD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Limited→growing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(только эфир)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US/EU/LatAm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Низкая: ранний рынок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Loom ~25M+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Скринкасты экран+кам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(SDK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Огранич., платно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 B2B-tool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Внутренняя (обучение)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и мессенджеры: RU-locale как готовый движок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(RU/CIS ядро, растёт MENA/SEA/LatAm)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API + MTProto — Full; фактически готовый движок автопостинга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Авто-публикация: бот-админ, ~30/s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Apps дают встроенную витрину (TMA)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высокая ценность: каналы + боты + витрина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мессенджеры-сообщества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~200M+: Full Bot API/Webhook, 30 msg/min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postMessage стабилен — инфра уведомлений завода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 (CN-locale): Full для КНР, нужен китайский verify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Подключаем по гео-таргету, не как приоритет №1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 части А: ядро дистрибуции и главный риск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Ядро — короткое вертикальное видео (YT Shorts + TikTok + Reels): один мастер 9:16 → веер по трём.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3264408"/>
            <a:ext cx="1014343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Meta-связка = max охват, но App Review-зависимость. YouTube = лучший долгий хвост + GEO. LinkedIn/X — дорогие, для high-value B2B. Главный риск не гео, а алгоритмическая и API-зависимость (TikTok-аудит, квота YT 10k/день, App Review) — планируем квоты и фолбэки за единым адаптерным слоем.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Newsletter и проф-контент: Ghost — кандидат №1 на хаб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978771"/>
                <a:gridCol w="2327966"/>
                <a:gridCol w="1978771"/>
                <a:gridCol w="2327966"/>
                <a:gridCol w="24443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 / рынки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 / рынки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(Content+Admin)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полноценно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Глобально, self-host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Высшая: hub / SSOT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Beehiiv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REST (free)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(Create post)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креаторы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email-рост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(MCP)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MCP/обёртку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англояз.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own 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де-факто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Почти нет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англояз.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Средняя: parasite-SEO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Articles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Limited→partner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после MDP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US/EU/India; 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Ср.-высокая: B2B TL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SEO/CMS-движки: WordPress + Ghost = вечнозелёный hub-актив</a:t>
            </a:r>
            <a:endParaRPr lang="en-US" sz="2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805362"/>
                <a:gridCol w="2031032"/>
                <a:gridCol w="2256702"/>
                <a:gridCol w="2369537"/>
                <a:gridCol w="259520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 / рынки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 / рынки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 (self)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(publish/future)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Глобально, любой хост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Высшая: SEO без потолка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Webflow CMS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(Data v2+MCP)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1/min на сайт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дизайн-команды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Ср.-высокая: лендинги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Framer CMS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Limited→full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(Server API)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дизайн-команды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Средняя: витрина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Blog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(GraphQL)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(articleCreate)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Глобально; e-commerce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Ср.-высокая при D2C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 Blog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(CMS API)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(create/schedule)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 при CRM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Частично/обходно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Notion-команды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Низкая-средняя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Форумы и сообщества: Discourse-хаб + Reddit как parasite-SEO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058729"/>
                <a:gridCol w="2352732"/>
                <a:gridCol w="2470368"/>
                <a:gridCol w="2352732"/>
                <a:gridCol w="28232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 / рынки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 / рынки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(REST+MCP)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(топики/ответы)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Глобально, self-host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KB-хаб, SEO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с барьерами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но антиспам банит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US/EU/CA/AU/India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Ср.: research+GEO-цитат.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(Bot+Webhook)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30 msg/min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US/EU/LatAm/SEA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Ср.: закрытое комьюнити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(Admin v2)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(посты/участники)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creator-econ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Ср.: платное комьюнити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чтение урезано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(postMessage)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US/EU; B2B-команды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Ср.: алерты/оркестрация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и подкасты: owned-якорь + RSS-хребет дистрибуции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1842973"/>
                <a:gridCol w="2211568"/>
                <a:gridCol w="2211568"/>
                <a:gridCol w="294875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Beehiiv / Kit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+ OAuth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(schedule/send)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owned-рост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Mailchimp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All-in-one ESP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(v3)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(send/schedule)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Зрелый для SMB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Customer.io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(Track/App)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(триггеры)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при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 Podcasts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фид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де-факто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— самый полный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Высшая: вендор-незав.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 / Apple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(pull)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Через RSS (pull)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Высокая: крупн. каталоги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Запись-инструм.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(Business)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(pull сырья)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Ср.: источник сырья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Стратегический сигнал: AI-native дистрибуция (GEO) — слой поверх всех каналов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 — это не канал постинга, а слой оптимизации поверх всего: попадание в ответы ИИ на вопрос «какой X выбрать»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3264408"/>
            <a:ext cx="1014343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ChatGPT/Gemini/Perplexity всё чаще начинают покупку во всех регионах сразу. Это делает hub-активы (Ghost/WordPress/Discourse) и UGC-цитируемость важнее простого охвата ленты. Web3 (Farcaster/Lens/Nostr) программируем, но нишев — держим как дешёвые эксперименты, не приоритет.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Региональные кластеры — это locale-packs, а не отдельная стратегия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RU-locale (RU/CIS)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— Bot API = готовый движок автопостинга + витрина TMA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— №1 в RU, виральные Клипы; full API, 50 постов/день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Дзен / Rutube — масс-маркет, SEO-лонгриды, видео-диверсиф.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растёт за пределами региона: MENA/SEA/LatAm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CN-locale (Китай)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Douyin / RED / WeChat — соцкоммерс и super-app охват в КНР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Kuaishou / Bilibili — low-tier города и Gen-Z long-form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порог: китайская бизнес-верификация + контент на CN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Подключаем только при явной экспортной стратегии на КНР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Таксономия контента: 3 уровня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 → тип → производственный формат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57839" cy="4983480"/>
          </a:xfrm>
          <a:prstGeom prst="roundRect">
            <a:avLst>
              <a:gd name="adj" fmla="val 1651"/>
            </a:avLst>
          </a:prstGeom>
          <a:solidFill>
            <a:srgbClr val="F4F2F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10600639" cy="4617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 СРЕДА        Text  Audio  Video  Image  Interactive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(носитель восприятия)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 ТИП          лонгрид / подкаст / short-video /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карусель / квиз ...  (крупный класс)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 ФОРМАТ       how-to, audiogram, hook-talking-head,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case-карусель ...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= ЕДИНИЦА: произвести / измерить /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переработать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1: пять сред и их единица производства</a:t>
            </a:r>
            <a:endParaRPr lang="en-US" sz="2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534088"/>
                <a:gridCol w="3916318"/>
                <a:gridCol w="460743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 восприятия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Базовая единица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Знак / слово / абзац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Слух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Минута звучания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Зрение + слух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Секунда хронометража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Зрение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Кадр / слайд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 + отклик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Сессия / шаг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форматы (L3): Text и Video</a:t>
            </a:r>
            <a:endParaRPr lang="en-US" sz="2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935122"/>
                <a:gridCol w="3040906"/>
                <a:gridCol w="3179129"/>
                <a:gridCol w="29026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Среда / тип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L3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Главные каналы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лонгрид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How-to гайд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SEO-трафик, экспертиза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Blog, SEO-сайт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тред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Образовательный тред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Охват, подписки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Threads, LinkedIn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пост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LinkedIn-пост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B2B-охват, лидген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/ short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Hook-talking-head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Охват, подписки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Shorts, TikTok, Reels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/ short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(AI-видеоряд)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Масштаб без съёмок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Shorts, Reels, TikTok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/ long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Туториал / разбор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SEO, экспертиза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форматы (L3): Audio, Image, Interactive</a:t>
            </a:r>
            <a:endParaRPr lang="en-US" sz="2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327966"/>
                <a:gridCol w="2764460"/>
                <a:gridCol w="3200953"/>
                <a:gridCol w="27644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Среда / тип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L3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Главные каналы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/ подкаст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Интервью-эпизод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Авторитет, нетворк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Spotify, Apple, YT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/ промо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Audiogram-клип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Промо подкаста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Соцсети, Shorts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карусель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Образовательная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Сохранения, экспертиза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LinkedIn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статика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Инфографика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Шеры, объяснение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Pinterest, LinkedIn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статика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 Pin (2:3)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Pinterest-трафик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Калькулятор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Лидген, польза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Сайт, лендинг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Деривативы = рёбра графа переработки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тяжёлый источник → веер лёгких производных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57839" cy="4983480"/>
          </a:xfrm>
          <a:prstGeom prst="roundRect">
            <a:avLst>
              <a:gd name="adj" fmla="val 1651"/>
            </a:avLst>
          </a:prstGeom>
          <a:solidFill>
            <a:srgbClr val="F4F2F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10600639" cy="4617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YouTube ─┬─► 8 шортсов  (×5–15, новый хук, 9:16)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(pillar) ├─► 2 карусели (тезисы→слайды)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├─► 1 статья   (STT→редактура→SEO)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├─► 1 подкаст  (отделение дорожки)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└─► 6 quote-cards          ≈18 единиц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Статья ──► тред ──► карусель ──► short-video(faceless)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Подкаст ─► 8 audiogram + 5 постов + статья + видео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▸ рёбро = «перерабатывается в» (+ коэф. ×)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▸ петля: лучшие деривативы → что делать pillar'ом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рынка: 6 групп движков, 21 продукт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уходят деньги и какой паттерн забираем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653881"/>
                <a:gridCol w="4201979"/>
                <a:gridCol w="420197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Суть для нас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Планировщики-комбайны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Buffer, ContentStudio, Metricool, Later, Hootsuite, Sprout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Деньги уходят к API-first лёгким, не к закрытым enterprise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LinkedIn/X-нативные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Typefully, Taplio, AuthoredUp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Глубокая воронка: вдохновение → ген → аналитика удержания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Видео-репурпозинг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Clip, Submagic, Descript, Riverside, Repurpose.io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Прямой технический ориентир: как режут и отдают видео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Newsletter / CMS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Beehiiv, Substack, Ghost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Эталон composable-модели и API-дисциплины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AI-writing / GTM-ops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Jasper, Copy.ai, Writer.com, AirOps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Лучший агентный слой, grounding и машинный биллинг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Customer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Единый граф данных + атрибуция контента к выручке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паттерны сущностей данных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повторяется у 7+ продуктов — форма зрелой платформы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Draft / Source отдельно от Post: Buffer (Idea≠Post), Typefully (Draft→Posts→Thread)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Automation Campaign / Grid — персистентный именованный конвейер, не клик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/ Brand / Social Set — мульти-тенантность: бренд = пучок каналов + медиа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/ Audience / Knowledge как сущности БД (Jasper, Writer), не промпты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Library + двухтипные теги (Sprout: internal + campaign); Media = reuse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Run + Webhook: Run={id,status,input,output} → событие готовности (Copy.ai, Submagic)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забираем: уроки 1-5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модели и платформенный контракт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Recipe → Derivative как ядро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Workflow/Grid = персистентная сущность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Workflow-as-API + async + webhooks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API/MCP-first с младших тарифов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Brand/Knowledge = сущности БД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и зачем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Typefully, Taplio, HubSpot Remix — наш нод-граф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ContentStudio, AirOps Grid (SKU×граф=сотни), Copy.ai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Copy.ai, Submagic (1 вызов=монтаж); анти: Riverside polling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Beehiiv (1-й MCP), Writer Gateway; анти: Hootsuite закрыл API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Jasper, Writer graph-grounding — defensibility vs 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забираем: уроки 6-10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Мульти-тенант, выручка, качество, биллинг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Workspace/Brand/Social Set — мульти-тенант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 контура на ВЫРУЧКУ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Viral-библиотека + мультимодальный детектор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Reuse/Evergreen/раздельные слои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на входе + ОТК + честный биллинг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и зачем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Metricool, ContentStudio, AirOps — изоляция по селлеру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Link-in-Bio, HubSpot Asset→Deal→ROI: ролик→заказы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Taplio 3млн+, Opus Clip ClipAnything (визуал, не транскрипт)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ContentStudio Evergreen, Riverside раздельные треки → R=4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(source-prep&gt;движок), AuthoredUp preview, AirOps estimate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вывод раздела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 сходится на одной форме: Source → Recipe → Derivative, открытый API/MCP, brand-grounding в БД и замыкание на выручку.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3264408"/>
            <a:ext cx="1014343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Анти-паттерны, которых избегаем: % с успеха (Substack), закрытый API за enterprise (Hootsuite/Jasper/Writer), credit-тревога (Taplio), ценовой обрыв $200→$2000 (AirOps), серая автоматизация и bulk near-identical → бан TikTok.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54864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4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383280"/>
            <a:ext cx="101434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идём: архитектура платформы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101434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Content → Repurpose → Distribute → Analytics → Learn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Универсальное ядро сущностей: 3 новых слоя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→ Дистрибуция → Аналитика поверх готовой нод-машины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57839" cy="4983480"/>
          </a:xfrm>
          <a:prstGeom prst="roundRect">
            <a:avLst>
              <a:gd name="adj" fmla="val 1651"/>
            </a:avLst>
          </a:prstGeom>
          <a:solidFill>
            <a:srgbClr val="F4F2F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10600639" cy="4617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Workspace/Tenant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Source ───────────► (ingest: viral/RSS/disk/card)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Connection/Account ► (OAuth к платформе)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 └─ Channel ─────► (per-platform выход)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ContentAsset ──┬──► Recipe/Graph ──► DerivativeAsset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(мастер)      └──► Publication ──► Schedule/Queue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Campaign ─────────► (зонтик над выходами)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Signal/Metric ────► (фидбэк-петля → ROI)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KnowledgeItem ────► (хуки/форматы/ниши/winners)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повторяется у Buffer/Later/Metricool/beehiiv/HubSpot — global-first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сущностей: что переиспользуем vs что добавляем</a:t>
            </a:r>
            <a:endParaRPr lang="en-US" sz="2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632819"/>
                <a:gridCol w="3422665"/>
                <a:gridCol w="50023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в модели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Маппинг на сегодня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+ биллинг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НОВ. workspaces + workspace_id везде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Любой вход (ingest)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ПЕРЕИСП. viral_videos + disk + НОВ.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ContentAsset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Мастер-ассет, слои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ПЕРЕИСП. content_assets + role/asset_kind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Connection/Channel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+ per-platform выход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НОВ. connections + channels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DerivativeAsset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Потомок + lineage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ПЕРЕИСП. generation_history.parent_id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Publication/Schedule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Постинг + очередь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НОВ. publications + schedules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Signal/Metric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Фидбэк-петля + ROI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ПЕРЕИСП. cf_signals + post_metrics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Lineage деривативов: один мастер → N потомков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Сердце универсальности: master → shorts/carousel/cover/thread/posts под платформы, форматы, языки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дериватив несёт родословную: parent_asset_id → recipe_id → transform_type → output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уже из коробки: generation_history.parent_id (self-FK) + reel_variants (варианты под аспекты)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 ввести transform_type и target_channel_id; золотые деривативы → content_assets с role=derivative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i18n/мульти-регион: per-platform variant = разные caption/аспект/локаль из одного мастера (Repurpose-урок)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раздельно: reasoning vs render (Descript-урок) — учёт на каждом узле цепочки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ключевых обобщения: Source и Signal/Metric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viral_videos + content_disks → Source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полиморфный Source + типизированные подвиды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viral_corpus, yandex_disk, wb/ozon_card, rss, youtube, reddit, podcast, x/threads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ingest_mode: pull-once | monitor (непрерывная прослушка триггерит генерацию)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 «нет коннекторов соцсетей / нет RSS ingestion»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cf_signals + post_metrics → Signal/Metric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= внутреннее событие конвейера (журнал ОТК) — есть в cf_signals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= внешний перформанс через Connection: views, watch_rate, ctr, saves, orders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post_metrics сегодня ПУСТ → перепривязать на publication_id + наполнить pull-джобой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→ KnowledgeItem (source_metric_id) — петля обучения замкнута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способов подключения: уровни абстракции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API — первичный путь всегда; остальное — дополнение или крайнее средство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путь (ядро)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API (REST/GraphQL) — контракт, версии, явные rate-лимиты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— слой делегированного доступа от имени аккаунта/страницы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ingestion — заливка бинаря: видео, каталоги (главный путь клипов)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— pull-веер «один write → много потребителей» (подкасты, SEO)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 / крайнее средство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— обратный канал событий (push вместо поллинга)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агент-нативная обёртка над API (Substack, Discourse); стандарт молод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ingestion — инициация действия письмом (Trustpilot-инвайты)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— против ToS, только ручной ассист, флаг tosRisk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возможностей (capabilities): словарь единого интерфейса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коннектор декларирует поднабор — на этом строится capabilities-driven диспетчеризация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чтение лент/метаданных: research ниш (Reddit, X), мониторинг GEO, импорт сырья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(Publish) — создание и публикация: YouTube upload, Reels/TikTok, LinkedIn UGC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— статистика и инсайты: YouTube Analytics, Meta Insights, аудит цитирований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— ответы в комментариях Instagram/FB, Reddit, Discourse, Trustpilot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— нативная отложка платформы (YouTube publishAt, Mastodon scheduled_at)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модерация UGC: комментарии Meta, Discord, Discourse, Telegram-группы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Глобальная capability-матрица: 7 ключевых платформ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глобальный охват × коммерческая ценность; регион — отдельное измерение (5.5)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551809"/>
                <a:gridCol w="3062171"/>
                <a:gridCol w="1360965"/>
                <a:gridCol w="1360965"/>
                <a:gridCol w="1360965"/>
                <a:gridCol w="136096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YouTube+Shorts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API/OAuth/File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API/OAuth/File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Instagram+Reels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API/OAuth/File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(Meta)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API/OAuth/Webhook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API/OAuth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(Twitter)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API/OAuth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API/OAuth/RSS/File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Реальный гейт — не «откуда доступ», а ревью и комплаенс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«Получить ключ» ≠ «начать постить»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4128" y="2944368"/>
            <a:ext cx="10143439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SDK: матрица 5.4 — это конфигурация реестра, а не документация. Главные блокеры — app-review/бизнес-верификация (Meta 1–4 нед+, LinkedIn недели-месяцы, TikTok аудит), OAuth-жизненный цикл токенов, rate-limits/квоты (YouTube ~6 загрузок/сут) и per-region комплаенс (GDPR/CCPA/COPPA/i18n). Каждый коннектор несёт reviewState/reviewLeadTime/regionAvailability/complianceTags как данные — автопилот фильтрует план и ставит ревью-заявки в очередь заранее. Добавление платформы или региона = регистрация объекта, не правка ядра nodeEngine.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Целевая архитектура: 7 слоёв, единый поток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Content → Analysis → Repurposing → Distribution → Analytics → Learning Loop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57839" cy="4983480"/>
          </a:xfrm>
          <a:prstGeom prst="roundRect">
            <a:avLst>
              <a:gd name="adj" fmla="val 1651"/>
            </a:avLst>
          </a:prstGeom>
          <a:solidFill>
            <a:srgbClr val="F4F2F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10600639" cy="4617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1.SOURCES ─ingested─▶ 2.CONTENT ─analyzed─▶ 3.ANALYSIS ─derived─▶ 4.REPURPOSE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(Ingestion)         (Store слоями)      (Scout/Analyst)    (нод-машина=ядро)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              │                   │                   │ derived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▼                    ▼                   ▼                   ▼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  EVENT BUS (обобщённый cf_signals)  ───────────────────┐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ingested·analyzed·derived·scheduled·published·metric_received·learned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└──────┬──────────────────────────────────────────────────────────┬─────────┘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scheduled/published                                       metric_received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▼                                               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5.DISTRIB ─publish(OAuth)─▶ PLATFORMS ─metrics─▶ 6.ANALYTICS ─learned─▶ 7.LEARNING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(Publisher)   YT·TikTok·IG·X·LinkedIn   (post_metrics)             (KnowledgeItem)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▲                                                                   │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└──────── winner-петля грундирует генерацию (reuse R=4) ◀───────────┘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слой общается с соседями ТОЛЬКО через шину событий и Content Store — идемпотентность, реплей, мульти-тенант изоляция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Слои и компоненты: что есть, что добавляем</a:t>
            </a:r>
            <a:endParaRPr lang="en-US" sz="25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33544"/>
                <a:gridCol w="3769718"/>
                <a:gridCol w="464931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Сегодня (есть)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Дельта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trendSources, contentDisks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реестр sources + RSS/X/YT/TG конн.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role/asset_kind/layers/workspace_id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JSONB, niche_profiles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над не-карточным контентом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Repurposing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graphRun/nodeEngine/rubric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transform_type, per-platform варианты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приватный ревью-бот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connections/channels/publications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post_metrics (пуст)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наполнить + pull-джобы +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cf_signals, winners, abRank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ребро Metric→KnowledgeItem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Model: одна append-only шина (обобщение cf_signals)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cf_signals уже журналирует generated/approved/rejected/published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Обобщаем до доменной шины: event_type, workspace_id, aggregate, payload, occurred_at, dedupe_key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Цепочка: ingested→analyzed→derived→scheduled→published→metric_received→learned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— даёт реплей и аудит всего конвейера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dedupe_key — идемпотентность: событие обрабатывается ровно один раз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на metric_received («залетело») → авто-триггер вариаций через winner-петлю + Burn Guard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Graph и Knowledge Graph: две памяти системы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Graph (lineage)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есть: generation_history.parent_id (self-FK)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master → N деривативов: ветви = transform_type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i2v / reframe 1:1 / carousel / cover — под каждый канал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ребро: recipe_id + transform_type + cost_breakdown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«Золотой» дериватив → обратно в master (reuse R=4)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Читается в обе стороны: что породили / откуда winner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(обучаемая память)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hooks/profiles/playbooks/winners → KnowledgeItem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рёбрами, не плоские записи (урок Writer KG)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Brand→grounds→Node; Niche→has-format→Playbook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Замыкающее ребро: Metric→Winner→Hook/Format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source_metric_id — «что выучено и откуда»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Графовые связи = defensibility против голого LLM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Engine: обобщение graphRun на все пайплайны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уже есть: RunPlan — машина состояний step-by-step, self-chaining, lease 90s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механикой исполняем 3 рода: INGEST, REPURPOSE (нынешний завод), DISTRIBUTE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90s = ровно один воркер на run — критично для publish (не задвоить пост)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dedupe_key на ingest (не дублить SourceItem) и publish (не задвоить Publication)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+ dedupe_key вместе → exactly-once на критичных шагах (постинг, списание баланса)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Дельта: приоритетная Queue для слотов, retry-backoff, webhook recipeRun.completed, Workflow-as-API + MCP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AI-агенты слоёв + i18n/мульти-регион</a:t>
            </a:r>
            <a:endParaRPr lang="en-US" sz="25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417672"/>
                <a:gridCol w="1701206"/>
                <a:gridCol w="2410042"/>
                <a:gridCol w="1842973"/>
                <a:gridCol w="368594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Агент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Дельта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тренды/источники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RSS/X/YT мониторы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разбор кадра/ниши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sourcePrep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не-карточный контент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Repurposer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граф/деривативы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transform_type/платформы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Copywriter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caption/CTA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brandProfiles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per-platform + i18n тексты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 ОТК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вердикт качества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5 осей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превью до рендера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план/постинг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ревью-бот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per-region channels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winner-детект/ROI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spike-detect на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54864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4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383280"/>
            <a:ext cx="101434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Приоритеты и рекомендации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101434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scoring · roadmap P0–P3 · план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Scoring-модель: гео-нейтральные веса (сумма 100%)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охват x коммерция x близость к формату завода</a:t>
            </a:r>
            <a:endParaRPr lang="en-US" sz="13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3465890"/>
                <a:gridCol w="1320339"/>
                <a:gridCol w="627161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измеряет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MAU / охват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Планетарная достижимая аудитория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Коммерческая ценность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Конверсия в бизнес-результат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Простота интеграции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Усилие до автопостинга (API/гейты)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AI-fit к заводу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Совпадение формата + программируемость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/ LTV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Own-audience, подписка, комьюнити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Гео-доступность — множитель per-region, а не ось: блок в одной стране не роняет глобальный скор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 платформ по глобальному скору (P0 сверху)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Отсортировано по итоговому скору 1-5</a:t>
            </a:r>
            <a:endParaRPr lang="en-US" sz="13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1300922"/>
                <a:gridCol w="1300922"/>
                <a:gridCol w="56915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Ключевой риск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/ Shorts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API 10k/день; Content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/ Reels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API App Review +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v5 rate-limits; нужен фид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Posting API app-audit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 Podcasts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 не даёт аудитории/аналитики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 (hub)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хостинг; нет чужой базы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P0 = max охват + прямая коммерция + готовый формат завода (9:16) + два инфра-хребта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P0-P3 ИСТОЧНИКИ (ingest / research / сигналы)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коннектор может жить в разных тирах для ingest и publish</a:t>
            </a:r>
            <a:endParaRPr lang="en-US" sz="13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213665"/>
                <a:gridCol w="5124365"/>
                <a:gridCol w="471980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Каналы / возможности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для завода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Virlo-корпус, Apify TikTok + pull метрик публикаций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Замкнуть слепую ОТК-петлю — дыра №1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YouTube/Pinterest trends, Reddit, GEO-аудит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Глобальный корпус трендов и болей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read, Bluesky firehose, Mastodon, G2/Quora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Дешёвые открытые research-источники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P3/locale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RU: VK/OK, Telegram MTProto; CN: RED/Douyin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Региональные тренды в рамках pack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работает даже там, где постинг ограничен или гейтован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P0-P3 ДИСТРИБУЦИЯ (publish / schedule)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Максимальный покупательский охват в формате, готовом у завода</a:t>
            </a:r>
            <a:endParaRPr lang="en-US" sz="13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119781"/>
                <a:gridCol w="5318961"/>
                <a:gridCol w="461909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Каналы / возможности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YouTube, IG, TikTok, Pinterest, RSS, Ghost + планировщик/OAuth/i18n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Глобальный охват + инфра масштаба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LinkedIn, WordPress, X, Substack/Beehiiv, GEO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B2B, SEO, own-email, сквозной GEO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Threads, Facebook, Discourse, Dev.to, Discord,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Удержание/LTV, ниши, доп. охват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Bluesky, Mastodon, Medium, SaaS-CMS, Web3, 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Маргинальный охват; по требованию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RU: Telegram/VK/OK/Rutube/Дзен; CN: Douyin/RED/WeChat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внутри своей локали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ingest=P1, publish=P0 — один коннектор, разные тиры, отдельный слой RegionAvailability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Четырёхквартальный roadmap (global-first)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квартал закрывает один слой дельты; i18n и multi-tenant — с Q1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053128"/>
                <a:gridCol w="5002356"/>
                <a:gridCol w="50023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Тема / что делаем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(DoD)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Дистрибуция + инфра: Publisher, планировщик, OAuth, i18n, app-review Meta/TikTok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Авто-публикация в Shorts+Reels+TikTok+Pinterest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Аналитика: pull метрик в post_metrics, Ghost как hub, фан-аут RSS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loop замкнут; дашборд что зашло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Охват + commerce + SEO: Pinterest фид, LinkedIn, X, WordPress, +1 locale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 глобальных каналов в автопилоте + регион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GEO-слой + комьюнити/LTV: Schema под цитирование, Discourse, +packs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Бренд цитируется в AI-ответах; покрытие регионов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риски — платформенные (API/политики/гейты/квоты), а не географические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8. Рекомендации для глобальной платформы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переписывать ядро — обрамить его тремя слоями и замкнуть контур обучения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3264408"/>
            <a:ext cx="1014343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→ ДИСТРИБУЦИЯ → АНАЛИТИКА поверх нод-машины (graphRun/nodeEngine + generation_history + cf_signals + rubric). Цель — международный рынок: порядок интеграций диктуют глобальный охват и коммерческая ценность каналов, а геодоступность/комплаенс — измерение per-region, не блокер.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8.1. Пять архитектурных принципов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Source-agnostic ingest: любой источник → единый content_assets с role и layers JSONB; sourcePrep становится одним из адаптеров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Capability-driven коннекторы: площадка описывается схемой (ingest/publish/formats/auth/region_availability), а не if platform===...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cf_signals → event-шина: словарь ingested·analyzed·derived·scheduled·published·metric_received·learned; общение слоёв только через события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Замкнуть learning loop: publish → pull_metrics → post_metrics → KnowledgeItem → веса rubric/движок/хук по mode×niche×locale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Мульти-тенант + i18n как сквозной инвариант: workspace_id и locale во всех таблицах, событиях, коннекторах — закладывать сейчас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событие несёт workspace_id и locale → идемпотентность, реплей и регион-изоляция «бесплатно»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8.2. Сущности первой очереди (P0/P1)</a:t>
            </a:r>
            <a:endParaRPr lang="en-US" sz="25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053128"/>
                <a:gridCol w="2369537"/>
                <a:gridCol w="4739074"/>
                <a:gridCol w="28961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Переиспользуем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тенант: locale, region, plan, vault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новая, FK везде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Connection/Channel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аккаунт+канал+region_availability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новая, cap-схема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факт/намерение publish (idempotency)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content_assets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когда/куда, per-timezone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нормализованный вход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viral_videos+assets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реальная метрика per-channel/locale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наполнить post_metrics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 обучения, scoped by locale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viral_hooks+profiles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8.3. Первые интеграции — глобальный охват × коммерческая ценность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Волна 1 (P0, нед. 1–4) — глобальное ядро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Instagram (+FB): Reels/карусели/посты, Graph API, commerce-связка Shops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(+Shorts): длинное и вертикальное видео, сильнейший discovery + монетизация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Content Posting API, формат 9:16 совпадает с заводом, max вирусность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/ Substack / Beehiiv: хребет multi-source ingest, без OAuth-гейта — быстрый вход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Волны 2–3 (P1–P3) — расширение + locale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Волна 2: LinkedIn (B2B), X (треды+тренды), Reddit, Pinterest, Threads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Волна 3: RU locale-pack (Telegram/VK/Dzen/Rutube/OK) — региональный набор, не приоритет №1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Podcast-дистрибуция (Spotify/Apple через RSS), GEO-слой (answer-engine видимость)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не блокировать стратегию на одном OAuth/app-review или геодоступности региона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8.4. Контент и AI-агенты</a:t>
            </a:r>
            <a:endParaRPr lang="en-US" sz="25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300922"/>
                <a:gridCol w="6179381"/>
                <a:gridCol w="35775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поддерживаем / роль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Контент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9:16 верт. видео — ядро (Shorts/Reels/TikTok)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falVideo/Shotstack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Контент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16:9, UGC, карусели, треды, лонгриды, newsletter, подкаст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мастер → N деривативов под formats × locale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i18n-шаг в Editor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Scout/Analyst/Prompt-eng (form-aware)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trendSources, rubric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Localizer (i18n) + Editor/Repurposer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ElevenLabs, shotstack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Distributor (по cap+region) + Compliance-страж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Connection/Publication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Optimizer/Learner — замыкает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поверх журнала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t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8.7. Конкурентные преимущества (moat)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Производство × контроль качества × кросс-платформенное обучение × мульти-язык × скорость расширения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3264408"/>
            <a:ext cx="1014343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нет у Buffer/Later/Hootsuite/Metricool: (1) нод-машина ПРОИЗВОДИТ контент end-to-end, а не только планирует готовый; (2) ОТК-рубрика отсеивает слабое ДО публикации per-region; (3) обучающий журнал + реальные Metric = data-moat, растущий со временем; (4) source-agnostic + capability-driven = расширение декларацией схемы; (5) один мастер → N локализованных деривативов; (6) перенос проверенной коммерческой вертикали (winner-экономика, хук-турнир) в общий мир.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8.8. План: неделя / квартал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следующей неделе (разблокировать контур)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cf_signals до event-шины: события ingested·scheduled·published·metric_received·learned + поля workspace_id/locale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глобальный publish-коннектор: YouTube Shorts ИЛИ Meta/IG — Connection+Publication+ручной publish через офиц. API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Начать наполнять post_metrics из этого канала; миграция помечена «черновик под слом» (nullable FK)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этом квартале (собрать платформу)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Сущности P0 (Workspace/Connection/Publication/Schedule) + capability-схема с region_availability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+ RSS/Substack-ingest; sourcePrep → адаптер; Schedule per-timezone + Distributor с идемпотентностью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Pull-metrics → post_metrics; Optimizer v0 замыкает loop; Localizer+Editor: мастер → деривативы × locale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Волна-2 коннектор (LinkedIn/X) декларацией схемы; RU locale-pack (Telegram+VK) пилотом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54864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4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383280"/>
            <a:ext cx="101434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RFC для разработки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101434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· PostgreSQL · интеграции+MCP · user stories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ERD: от источника к знанию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слоя поверх ядра нод-машины: ИСТОЧНИКИ → ДИСТРИБУЦИЯ → АНАЛИТИКА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57839" cy="4983480"/>
          </a:xfrm>
          <a:prstGeom prst="roundRect">
            <a:avLst>
              <a:gd name="adj" fmla="val 1651"/>
            </a:avLst>
          </a:prstGeom>
          <a:solidFill>
            <a:srgbClr val="F4F2F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10600639" cy="4617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 (+locale, multi-tenant)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 PLATFORM_ACCOUNT (OAuth in/out)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 SOURCE --&gt; SOURCE_ITEM (ingest)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             |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                 v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CONTENT_ASSET &lt;-----+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\__ ASSET_LINEAGE __&gt; DERIVATIVE (master-&gt;shorts/thread)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PUBLICATION --&gt; PUBLISH_SCHEDULE / DISTRIBUTION_TARGET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METRIC --(winner-петля)--&gt; KNOWLEDGE_ITEM (reuse R=4)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(Recipe/Node/Asset/Lineage/Signal/Knowledge) уже на месте; дельта — слои источников, дистрибуции и аналитики + мульти-тенант.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таблицы: мульти-тенант, аккаунты, источники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❇️ полностью новые сущности (Postgres 15 / Supabase)</a:t>
            </a:r>
            <a:endParaRPr lang="en-US" sz="13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021325"/>
                <a:gridCol w="4518257"/>
                <a:gridCol w="451825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Идемпотентный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Корень тенанта + locale, plan_tier, billing_unit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(slug)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platform_accounts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OAuth-учётки платформ (in/out), токены шифр.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(workspace_id, provider, external_account_id)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connectors_state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ingest/publish/metrics: курсор+backoff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(журнал)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Реестр multi-ingest: viral/disk/wb/rss/yt...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(workspace_id, source_type, external_id)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Сырой импорт записей источника (анти-дубль)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(source_id, external_id)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— поле, а не константа: гео — это измерение, не блокер. Токены oauth_* — bytea под pgsodium/Vault, читает только service-role.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content_assets: расширение + родословная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ALTER только новыми nullable-колонками — path/name/disk целы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media_type — надмножество старого kind: video|audio|image|post|article|thread|carousel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source | master_render | derivative (медиатека = master_render, R-reuse)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canonical_asset_id + lineage_parent_id — самоссылки: DAG мастер→дериватив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JSONB — фон/субъект/субтитры/звук раздельно; tags[] — internal + campaign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asset_lineage (❇️) — лёгкое ребро (parent,child) поверх журнала generation_history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transform_type: video→shorts | →carousel | article→thread | reframe | locale | variant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Дистрибуция: публикации, каналы, расписание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❇️ Idea ≠ Post ≠ Render — публикация как отдельная сущность</a:t>
            </a:r>
            <a:endParaRPr lang="en-US" sz="13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513145"/>
                <a:gridCol w="4774976"/>
                <a:gridCol w="376971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моделирует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Идемпотентный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 публикации: статус, расписание, ретраи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(account_id, external_post_id)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distribution_targets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Канал/выход: format_constraints, best_time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(account_id, platform)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publish_schedule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Очередь слотов + event-маршрут Source→Recipe→Targets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(очередь)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format_constraints (9:16 safe-zones, max len, обложка) драйвят ОТК-превью ДО рендера. Партиальные due-индексы → дешёвая выборка слотов для cron.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Метрики, знания, идемпотентность и RLS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 контура: Metric → Knowledge + изоляция по workspace_id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(❇️) — platform-agnostic time-series per-publication: views/watch_rate/ctr/saves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orders/revenue — атрибуция продаж к контенту (ROI-петля), несколько captured_at = кривые роста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knowledge_items (❇️) — единый интерфейс hook|cta|format|niche|winner|playbook|brief|audience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source_metric_id (Metric→Knowledge) + reuse_of (winner-цикл, R=4)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Идемпотентность: UNIQUE(publication_id, captured_at) и (account_id, external_post_id)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на каждой тенант-таблице по workspace_id; service-role (cron/graphRun) обходит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применения и риск по AI-гейту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4206240"/>
          </a:xfrm>
          <a:prstGeom prst="roundRect">
            <a:avLst>
              <a:gd name="adj" fmla="val 195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пакет миграций, 9 шагов, RLS — строго после бэкфиллов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24128" y="2944368"/>
            <a:ext cx="10143439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(id=1) → platform_accounts/connectors_state → sources/source_items → ALTER content_assets/brand_kits/generation_history + бэкфилл → distribution_targets/publications/publish_schedule → metrics → knowledge_items → включение RLS → notify pgrst. Все DDL идемпотентны (create … if not exists). Миграции + auth + OAuth-секреты → владельцу на ручное одобрение, не авто-мёрж.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API/SDK для P0-ядра: auth, объём, гейты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Meta, TikTok — глобальное видео-ядро</a:t>
            </a:r>
            <a:endParaRPr lang="en-US" sz="13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1034186"/>
                <a:gridCol w="2784348"/>
                <a:gridCol w="2545690"/>
                <a:gridCol w="2307031"/>
                <a:gridCol w="238658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Endpoint/SDK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+ scopes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Rate-limit (оценка)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Реальный гейт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API v3 videos.insert (+Shorts)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youtube.upload/readonly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 units/день; ~6 загрузок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extension + OAuth 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IG/FB 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API media_publish, REELS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instagram_content_publish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постов/24ч на аккаунт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Review + Business 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Posting API init→publish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video.publish/upload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Per-app QPS, лимит per-user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audit (до — черновик)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P0/P1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v2 POST /2/tweets + 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PKCE tweet.write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~500/мес; Basic $200 ~3k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Платный тариф = гейт ≥Basic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 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v5 Pins/Boards/Catalogs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pins:write/catalogs:write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~1000/сут; Std ~100rps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access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 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API submit/comment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submit/read/identity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QPM/OAuth-client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Антиспам-репутация сабреддита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Остальные коннекторы и MCP-слой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вне видео-ядра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P0/P1: Community Management API; гейт = Partner Program review (самый строгий)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RSS/Podcasts P0: write XML 2.0, без OAuth и app-review — разблокирует канал сразу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Substack/Beehiiv P1: owned email; Beehiiv API (Bearer), Substack — только офиц. путь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P1: тот же контур Meta App Review, реюз IG-инфраструктуры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RU-locale pack (P2): Telegram/VK/Дзен — флаг availability['RU'], не входит в P0/P1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Свои: Content Factory MCP (нод-студия), Distribution/Connector MCP (фасад), Palmier MCP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MCP: publish(channel, content, region), fetchMetrics, listChannels — 1 тул вместо N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Сторонние: Social-слой (YT/Meta/TikTok/LinkedIn/X/Pinterest/Reddit), RSS, Substack/Beehiiv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хабы: Notion (календарь), Slack+Discord (алерты/комьюнити), GitHub (релизы)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MCP отдаёт автопилоту только capabilities + region, не платформенные детали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 SDK: единый контракт дистрибуции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канал = новый файл-коннектор без правок ядра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Реестр: registry.register(connector); автопилот видит capabilities + availability[region]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Очередь: единая (BullMQ/PG), per-channel concurrency, отдельные дроссели на дорогую квоту (YouTube units, X посты)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Ретраи: backoff+jitter, уважаем сигналы — Retry-After/429, 403 quotaExceeded (ждать сутки), x-rate-limit-reset, BUC; кап + DLQ→Slack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Идемпотентность: idempotencyKey = хеш(recipeRunId+channel+region+assetVersion); перезапуск не задваивает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Rate-limit: токен-бакет per connector, раздельные бакеты на rps / дневные units / месячные платные посты и на разные токены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+ compliance: egress per (connector, region); прогон через compliance[region] (GDPR/CCPA/COPPA/DSA) + i18n до очереди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Очередность реализации коннекторов (глобально)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без-гейтовое и охватное; тяжёлые ревью — заявки заранее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57839" cy="4983480"/>
          </a:xfrm>
          <a:prstGeom prst="roundRect">
            <a:avLst>
              <a:gd name="adj" fmla="val 1651"/>
            </a:avLst>
          </a:prstGeom>
          <a:solidFill>
            <a:srgbClr val="F4F2F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10600639" cy="46177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  1. RSS/Podcasts (S)  — фундамент, без OAuth, сразу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2. YouTube+Shorts (M)— max охват + SEO-хвост; дроссель units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3. TikTok (M)        — виральный вертикал; app-audit||разработка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4. Meta IG/FB (M/L)  — охват+commerce; ЗАЯВКА В НАЧАЛЕ (review)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5. X (M)             — текст+медиа; включаем когда оправдан тариф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 6. LinkedIn (M/L)    — B2B; Partner Program — заявку рано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7. Pinterest (M)     — discovery-commerce + Catalogs-фид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8. Reddit (M)        — ценность в listening &gt; broadcast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9. Substack/Beehiiv  — owned email; Beehiiv API первым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10. Threads (S)       — дёшево поверх готового Meta-контура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 RU-pack: Telegram→VK→VK Видео→Дзен (флаг availability['RU'])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 Discord-комьюнити, self-host Ghost/WP как owned-SSOT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(V1): объём по эпикам — замкнуть контур на том, что есть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59536" y="932688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не строим новые движки, достраиваем вход / выход / обратную связь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Repurposing / Distribution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вирусный корпус (Virlo/Apify) + свои съёмки (диск) + реестр источников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P0, A2/A3 P1 — оба ingest-коннектора идемпотентны, лог в cf_signals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Repurposing: запуск рецепта, ОТК-гейт по 5 осям, банк роликов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B1/B2/B3 — все P0, опора на готовый nodeEngine + rubric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полу-авто постинг + очередь ручного контроля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C1/C2 P0, C3 P1 — официальные API каналов, OAuth вне кода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371600"/>
            <a:ext cx="5346040" cy="4983480"/>
          </a:xfrm>
          <a:prstGeom prst="roundRect">
            <a:avLst>
              <a:gd name="adj" fmla="val 1651"/>
            </a:avLst>
          </a:prstGeom>
          <a:solidFill>
            <a:srgbClr val="F6F5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7328" y="155448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7328" y="2103120"/>
            <a:ext cx="48888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реальные метрики в post_metrics + дашборд выпуска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P0, D2 P1 — поллинг T+1ч/24ч/72ч, нет данных → pending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сигнал «результат → корпус» + калибровка ОТК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P0, E2 P1 — порог метрик помечает ролик won, индекс рядом с референсами</a:t>
            </a:r>
            <a:endParaRPr lang="en-US" sz="14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— комплаенс/геодоступность это измерение источника, не блокер</a:t>
            </a:r>
            <a:endParaRPr lang="en-US" sz="14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MVP глобально: Telegram/Reels как первые коннекторы общего интерфейса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истории MVP — критический путь P0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Ingest вирусного корпуса: одной кнопкой свежие залетевшие ролики ниши в viral_videos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 по (platform, external_id), лог ingested в cf_signals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Запуск рецепта: ассет/референс → sourcePrep→i2v→assemble → готовый ролик 9:16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ОТК-гейт: оценка 5 осей (hook/retention/native/brand/cta), вердикт ok/rework/trash, авто-реген до 3х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Публикация в канал из UI (видео+caption), результат в publications, idempotent guard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post_metrics реальными данными; E1 ролик выше порога ниши → won в обучающий корпус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— масштаб каналов, планировщик, аналитика, A/B, learning loop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Каналы: официальные API соцсетей (YouTube/TikTok и др.) для ingest референсов вместо одного агрегатора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P1 — ≥2 официальных коннектора, нормализация в общую схему Source, rate-limit-safe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Планировщик: календарь публикаций (C4 P0) + мульти-канал одним действием (C5) + новые каналы (C6)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отложенный постинг через cron, учёт часового пояса, частичный успех fan-out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Аналитика: ретеншн-кривые/CTR/доходимость (D3) + срезы по нишам/брендам/каналам (D4)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и learning: A/B хуков/обложек (E3 P0) + петля метрики→веса рубрики/промптов (E4 P0)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— автопилот, мультитенант, knowledge graph, оптимизатор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371600"/>
            <a:ext cx="10966399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Автопилот мульти-платформенной дистрибуции: генерит→отбирает по ОТК→публикует по расписанию во все каналы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P0 — end-to-end без ручного шага, Burn Guard/safety-гейты, человек только на исключениях, аудит-лог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Мультитенант: RLS/scoping по tenant_id, раздельные источники/каналы/балансы, без утечек</a:t>
            </a:r>
            <a:endParaRPr lang="en-US" sz="1600" dirty="0"/>
          </a:p>
          <a:p>
            <a:pPr algn="l" lvl="1" marL="4064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P0 + F2 OAuth-хранилище per-tenant + F3 i18n (снятие hardcode ru, язык на тенант/нишу)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источник↔хук↔рецепт↔дериватив↔метрика↔ниша; «что сработало и почему» — данными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5B5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Оптимизатор бюджета/портфеля (D5 P0): перераспределяет генерацию на выигрышные ниши/форматы/каналы по ROI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384048"/>
            <a:ext cx="1076523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 для MVP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308860"/>
            <a:ext cx="11057839" cy="3108960"/>
          </a:xfrm>
          <a:prstGeom prst="roundRect">
            <a:avLst>
              <a:gd name="adj" fmla="val 2647"/>
            </a:avLst>
          </a:prstGeom>
          <a:solidFill>
            <a:srgbClr val="EFEDF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B5B0D8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583180"/>
            <a:ext cx="101434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5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Контур замкнут end-to-end на реальной нише — без ручного редактирования БД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4064508"/>
            <a:ext cx="1014343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(≥1 источник) → repurpose → ОТК → bank → publish → метрики в post_metrics → сигнал won в корпус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155448" cy="155448"/>
          </a:xfrm>
          <a:prstGeom prst="ellipse">
            <a:avLst/>
          </a:prstGeom>
          <a:solidFill>
            <a:srgbClr val="7C7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" y="45720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Следующие шаги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9536" y="1554480"/>
            <a:ext cx="10765231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замкнуть learning loop: publish → pull_metrics → наполнить post_metrics → KnowledgeItem → веса rubric</a:t>
            </a:r>
            <a:endParaRPr lang="en-US" sz="16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каркас мульти-тенанта + i18n: workspace_id и locale сквозь все таблицы, события, коннекторы</a:t>
            </a:r>
            <a:endParaRPr lang="en-US" sz="16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первые коннекторы по глобальному охвату: YouTube, TikTok, Instagram/Meta, LinkedIn, X (+ RSS/Substack)</a:t>
            </a:r>
            <a:endParaRPr lang="en-US" sz="16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планировщик публикаций и pull-аналитика по каналам; RU-локаль (Telegram/VK) как locale-pack</a:t>
            </a:r>
            <a:endParaRPr lang="en-US" sz="16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новая площадка = декларация capability-схемы, а не ветвление кода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Завод · стратегия + RFC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Контент Завод → универсальная контент-платформа</dc:title>
  <dc:subject>PptxGenJS Presentation</dc:subject>
  <dc:creator>Контент Завод</dc:creator>
  <cp:lastModifiedBy>Контент Завод</cp:lastModifiedBy>
  <cp:revision>1</cp:revision>
  <dcterms:created xsi:type="dcterms:W3CDTF">2026-06-23T07:58:55Z</dcterms:created>
  <dcterms:modified xsi:type="dcterms:W3CDTF">2026-06-23T07:58:55Z</dcterms:modified>
</cp:coreProperties>
</file>